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/>
        </p:nvSpPr>
        <p:spPr>
          <a:xfrm>
            <a:off x="1000000" y="2000000"/>
            <a:ext cx="7144000" cy="1500000"/>
          </a:xfrm>
        </p:spPr>
        <p:txBody>
          <a:bodyPr/>
          <a:p>
            <a:r>
              <a:rPr lang="uz-UZ" sz="4400" b="1"/>
              <a:t>VATAN — MUQADDAS SAJDAGOH</a:t>
            </a:r>
          </a:p>
          <a:p>
            <a:r>
              <a:rPr lang="uz-UZ" sz="2400"/>
              <a:t>O'zbekiston tarixi va tarbiyaviy soat darsi taqdimoti</a:t>
            </a:r>
          </a:p>
        </p:txBody>
      </p:sp>
    </p:spTree>
  </p:cSld>
</p:sld>
</file>